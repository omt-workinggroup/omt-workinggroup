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topic in one sentence.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audience the route you will take.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— only what is needed to follow the talk.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question slowly. Everything else answers it.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you investigated, not every detail.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finding per slide. Point to the part of the chart that matters.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this finding to the first.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limitations builds credibility.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three things you want people to remember.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citation style your course requires.</a:t>
            </a:r>
          </a:p>
          <a:p/>
          <a:p>
            <a:r>
              <a:t>Template by OMT WORKING GROUP — free to use and adapt (CC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[Presentation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[Your name] • [Course code] • [Date]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Background</a:t>
            </a:r>
          </a:p>
          <a:p>
            <a:pPr>
              <a:defRPr sz="2400"/>
            </a:pPr>
            <a:r>
              <a:t>Research question</a:t>
            </a:r>
          </a:p>
          <a:p>
            <a:pPr>
              <a:defRPr sz="2400"/>
            </a:pPr>
            <a:r>
              <a:t>Method</a:t>
            </a:r>
          </a:p>
          <a:p>
            <a:pPr>
              <a:defRPr sz="2400"/>
            </a:pPr>
            <a:r>
              <a:t>Findings</a:t>
            </a:r>
          </a:p>
          <a:p>
            <a:pPr>
              <a:defRPr sz="2400"/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[What the audience needs to know first]</a:t>
            </a:r>
          </a:p>
          <a:p>
            <a:pPr>
              <a:defRPr sz="2400"/>
            </a:pPr>
            <a:r>
              <a:t>[Key term or context]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[One clear sentence stating the question or problem]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[Data or sources used]</a:t>
            </a:r>
          </a:p>
          <a:p>
            <a:pPr>
              <a:defRPr sz="2400"/>
            </a:pPr>
            <a:r>
              <a:t>[How you analysed them]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Finding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[Headline that states the result]</a:t>
            </a:r>
          </a:p>
          <a:p>
            <a:pPr>
              <a:defRPr sz="2400"/>
            </a:pPr>
            <a:r>
              <a:t>[Insert a chart: Insert › Chart]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Finding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[Headline that states the result]</a:t>
            </a:r>
          </a:p>
          <a:p>
            <a:pPr>
              <a:defRPr sz="2400"/>
            </a:pPr>
            <a:r>
              <a:t>[Supporting evidence]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[What the results mean]</a:t>
            </a:r>
          </a:p>
          <a:p>
            <a:pPr>
              <a:defRPr sz="2400"/>
            </a:pPr>
            <a:r>
              <a:t>[Limitations of your study]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[Key point 1]</a:t>
            </a:r>
          </a:p>
          <a:p>
            <a:pPr>
              <a:defRPr sz="2400"/>
            </a:pPr>
            <a:r>
              <a:t>[Key point 2]</a:t>
            </a:r>
          </a:p>
          <a:p>
            <a:pPr>
              <a:defRPr sz="2400"/>
            </a:pPr>
            <a:r>
              <a:t>[Key point 3]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2A4A"/>
                </a:solidFill>
              </a:rPr>
              <a:t>References and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[Author, Year. Title. Publisher.]</a:t>
            </a:r>
          </a:p>
          <a:p>
            <a:pPr>
              <a:defRPr sz="2400"/>
            </a:pPr>
            <a:r>
              <a:t>Thank you —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