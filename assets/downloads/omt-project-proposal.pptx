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project name and who is presenting.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problem, not the solution.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concrete and simple.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SMART objectives: specific, measurable, achievable, relevant, time-bound.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clear about what you will not do prevents misunderstandings.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simple table or bar chart for the timeline.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total clearly and be ready to justify each item.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Panels trust teams that have thought about what could go wrong.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clear request so the audience knows what decision you need.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[Project Name]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Project proposal • [Team or presenter names] • [Date]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[Who is affected?]</a:t>
            </a:r>
          </a:p>
          <a:p>
            <a:pPr>
              <a:defRPr sz="2400"/>
            </a:pPr>
            <a:r>
              <a:t>[Why does it matter? Use one number if you can]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[What you will build or do, in one sentence]</a:t>
            </a:r>
          </a:p>
          <a:p>
            <a:pPr>
              <a:defRPr sz="2400"/>
            </a:pPr>
            <a:r>
              <a:t>[How it solves the problem]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[Specific, measurable objective 1]</a:t>
            </a:r>
          </a:p>
          <a:p>
            <a:pPr>
              <a:defRPr sz="2400"/>
            </a:pPr>
            <a:r>
              <a:t>[Objective 2]</a:t>
            </a:r>
          </a:p>
          <a:p>
            <a:pPr>
              <a:defRPr sz="2400"/>
            </a:pPr>
            <a:r>
              <a:t>[Objective 3]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 scope: [ ]</a:t>
            </a:r>
          </a:p>
          <a:p>
            <a:pPr>
              <a:defRPr sz="2400"/>
            </a:pPr>
            <a:r>
              <a:t>Out of scope: [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Phase 1 — [ ] — [dates]</a:t>
            </a:r>
          </a:p>
          <a:p>
            <a:pPr>
              <a:defRPr sz="2400"/>
            </a:pPr>
            <a:r>
              <a:t>Phase 2 — [ ] — [dates]</a:t>
            </a:r>
          </a:p>
          <a:p>
            <a:pPr>
              <a:defRPr sz="2400"/>
            </a:pPr>
            <a:r>
              <a:t>Phase 3 — [ ] — [dates]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Budget and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[Item] — [cost]</a:t>
            </a:r>
          </a:p>
          <a:p>
            <a:pPr>
              <a:defRPr sz="2400"/>
            </a:pPr>
            <a:r>
              <a:t>[Item] — [cost]</a:t>
            </a:r>
          </a:p>
          <a:p>
            <a:pPr>
              <a:defRPr sz="2400"/>
            </a:pPr>
            <a:r>
              <a:t>Total: [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Risks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Risk: [ ] → Plan: [ ]</a:t>
            </a:r>
          </a:p>
          <a:p>
            <a:pPr>
              <a:defRPr sz="2400"/>
            </a:pPr>
            <a:r>
              <a:t>Risk: [ ] → Plan: [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Our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[The approval, funding or support you need]</a:t>
            </a:r>
          </a:p>
          <a:p>
            <a:pPr>
              <a:defRPr sz="2400"/>
            </a:pPr>
            <a:r>
              <a:t>[Next step and date]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